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0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CinePredict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3ECFA"/>
                </a:solidFill>
              </a:rPr>
              <a:t>Modelo predictivo de espectadores de cine en Colombia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33D"/>
                </a:solidFill>
              </a:rPr>
              <a:t>Reto 8 · Cultura y Turismo — Datos al Ecosistema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A7CF"/>
                </a:solidFill>
              </a:rPr>
              <a:t>Grupo de Producción y Gestión de la Información · DACMI · Ministerio de las Culturas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B6A6"/>
                </a:solidFill>
              </a:rPr>
              <a:t>https://chanchan772.github.io/DatosAbiertosMinCultura/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0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El problema: acceso inequitativo al cine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31,7 % de las admisiones ocurren en un solo municipio (Bogotá)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Top 5 municipios: más de la mitad del consumo nacional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3 exhibidores concentran ~72 % del mercado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De 1.122 municipios, solo ~100 tienen salas activas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Cine colombiano: apenas 1,45 % de las admisiones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0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Fuentes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SIREC (DACMI): taquilla 2026, serie diaria 2007–2026, salas activas, estrenos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DIVIPOLA (datos.gov.co, obligatoria): 1.122 municipios + geolocalización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DANE: proyecciones municipales por edad (bandas 15–30 / 15–45 / 15–60)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Reconciliación territorial 100 % · datos anonimizados antes de procesar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0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Metodología: demanda insatisfecha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potencial = población objetivo × tasa de referencia (robusta, sin polos)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Sin oferta → insatisfecha = potencial (brecha estructural)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Subatendido → max(0, potencial − realizada)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Saturado / polo → 0 (atrae público de vecinos)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Distancia haversine al polo: aislamiento real vs conurbación aparente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0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Resultados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~1.025 municipios sin cine → 25,7 M de demanda potencial sin atender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833 municipios de aislamiento real vs 191 de conurbación aparente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Cobertura residente ≈ 54 % · demanda insatisfecha ≈ 32,8 M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El problema es de DISTRIBUCIÓN territorial, no de volumen agregado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0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Simulador de exhibidor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captura = N_salas × rendimiento por sala del municipio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Se descompone en DEMANDA NUEVA vs REDISTRIBUCIÓN de mercado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Ej.: 8 salas en Bogotá → 100 % redistribución (mercado saturado)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Evita presentar como crecimiento lo que le quita público a competidores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0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Proyección 2027 (honesta)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El sector se estabilizó en ~50 M/año (2023–2025), no crece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Proyección como RANGO: 44,6 M – 55,2 M (central ~51 M)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Backtest walk-forward: ~13 % de error a 1 año · R² bajo declarado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2020–2021 (COVID) tratados como intervención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0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Transparencia 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Cada cifra trae panel “¿Cómo se calcula?”: fuente, fórmula, pasos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Auditado por un panel de 3 revisores; correcciones aplicadas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Focaliza el fomento de la Ley 814 con evidencia cuantitativa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Código abierto, reproducible y desplegado como demo pública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0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Accesos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Demo en vivo:  https://chanchan772.github.io/DatosAbiertosMinCultura/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Repositorio:   https://github.com/chanchan772/DatosAbiertosMinCultura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Stack: Angular 21 (frontend) + Python/FastAPI (backend) + DeepSeek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8A33D"/>
                </a:solidFill>
              </a:rPr>
              <a:t>●  </a:t>
            </a:r>
            <a:r>
              <a:rPr sz="1800">
                <a:solidFill>
                  <a:srgbClr val="1A1726"/>
                </a:solidFill>
              </a:rPr>
              <a:t>Documentación técnica en docs/ · datasets en Datos/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